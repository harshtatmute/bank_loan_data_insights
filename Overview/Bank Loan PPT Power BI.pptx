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9" r:id="rId4"/>
    <p:sldId id="266" r:id="rId5"/>
    <p:sldId id="270" r:id="rId6"/>
    <p:sldId id="271" r:id="rId7"/>
    <p:sldId id="256" r:id="rId8"/>
    <p:sldId id="257" r:id="rId9"/>
    <p:sldId id="258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540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</a:t>
            </a:r>
          </a:p>
        </p:txBody>
      </p:sp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xmlns="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874" y="4951406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3BF6A62-6D9A-3528-4276-57102C0BF48F}"/>
              </a:ext>
            </a:extLst>
          </p:cNvPr>
          <p:cNvSpPr txBox="1"/>
          <p:nvPr/>
        </p:nvSpPr>
        <p:spPr>
          <a:xfrm>
            <a:off x="2148787" y="134233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</a:t>
            </a:r>
            <a:endParaRPr lang="en-IN" sz="4800" dirty="0">
              <a:solidFill>
                <a:schemeClr val="accent5">
                  <a:lumMod val="20000"/>
                  <a:lumOff val="80000"/>
                </a:schemeClr>
              </a:solidFill>
              <a:latin typeface="Lato Black" panose="020F0A02020204030203" pitchFamily="34" charset="0"/>
            </a:endParaRPr>
          </a:p>
        </p:txBody>
      </p:sp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xmlns="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516" y="304283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23014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xmlns="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47246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526BBC7-AD07-89BE-CDAF-EF8C8ED20231}"/>
              </a:ext>
            </a:extLst>
          </p:cNvPr>
          <p:cNvSpPr txBox="1"/>
          <p:nvPr/>
        </p:nvSpPr>
        <p:spPr>
          <a:xfrm>
            <a:off x="1740851" y="93867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</a:t>
            </a:r>
            <a:endParaRPr lang="en-IN" sz="4800" dirty="0">
              <a:solidFill>
                <a:schemeClr val="accent5">
                  <a:lumMod val="20000"/>
                  <a:lumOff val="80000"/>
                </a:schemeClr>
              </a:solidFill>
              <a:latin typeface="Lato Black" panose="020F0A02020204030203" pitchFamily="34" charset="0"/>
            </a:endParaRPr>
          </a:p>
        </p:txBody>
      </p:sp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xmlns="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63" y="214394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1857741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B857CFF-1124-05A4-7DD1-784492F973DC}"/>
              </a:ext>
            </a:extLst>
          </p:cNvPr>
          <p:cNvSpPr txBox="1"/>
          <p:nvPr/>
        </p:nvSpPr>
        <p:spPr>
          <a:xfrm>
            <a:off x="552451" y="960004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E8BEBC9-98D8-041D-95F3-3951B265A9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091" y="47938"/>
            <a:ext cx="1137468" cy="8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solidFill>
                  <a:schemeClr val="accent1">
                    <a:lumMod val="75000"/>
                  </a:schemeClr>
                </a:solidFill>
              </a:rPr>
              <a:t>MySQL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SERVER</a:t>
            </a:r>
          </a:p>
        </p:txBody>
      </p:sp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xmlns="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051861" y="2176897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xmlns="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238731" y="2246965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984" y="2734715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  <p:pic>
        <p:nvPicPr>
          <p:cNvPr id="12" name="Picture 11" descr="Logo Mysql PNG Images, Free Download - Free Transparent PNG Logos">
            <a:extLst>
              <a:ext uri="{FF2B5EF4-FFF2-40B4-BE49-F238E27FC236}">
                <a16:creationId xmlns:a16="http://schemas.microsoft.com/office/drawing/2014/main" xmlns="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202" y="3150190"/>
            <a:ext cx="1601224" cy="156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12" y="770513"/>
            <a:ext cx="10438229" cy="5860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182BE8-DA25-2F0A-6FC9-D781928C7B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11" y="1036078"/>
            <a:ext cx="10380852" cy="5821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94FEC7-38DB-BB24-114F-273EF90A7B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3BC04EE-8041-7D9D-CA19-298D684830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18514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680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Lato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Microsoft account</cp:lastModifiedBy>
  <cp:revision>25</cp:revision>
  <dcterms:created xsi:type="dcterms:W3CDTF">2023-10-07T01:44:58Z</dcterms:created>
  <dcterms:modified xsi:type="dcterms:W3CDTF">2025-12-29T10:28:11Z</dcterms:modified>
</cp:coreProperties>
</file>